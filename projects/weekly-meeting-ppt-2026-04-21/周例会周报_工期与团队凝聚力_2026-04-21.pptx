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600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周例会周报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2240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B88"/>
                </a:solidFill>
              </a:rPr>
              <a:t>本周重点：工期问题 + 团队凝聚力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会议核心：把问题讲透，把责任压实，把动作定清。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645920"/>
            <a:ext cx="448056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本周两大议题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0" y="2331720"/>
            <a:ext cx="374904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工期：临近假期备货集中，代加工来不及，返工品挤占时间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凝聚力：互帮互助、补台不拆台、共担赢未来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56692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汇报人：厂办/管理层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59253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时间：本周例会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3550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红太阳数控｜周例会材料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一、本周问题总览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先看问题，不绕圈子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54406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325880"/>
            <a:ext cx="54406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3C37"/>
                </a:solidFill>
              </a:rPr>
              <a:t>问题一：工期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466344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临近假期，备货任务集中卡在同一时间段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代加工厂商来不及，外协承接能力不足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为赶工接收了不合格品，反而拖慢整体节奏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返工、重配、重检，直接挤压交付时间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7A00"/>
                </a:solidFill>
              </a:rPr>
              <a:t>问题二：团队凝聚力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457200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部门之间补位意识不够强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有时只看自己岗位，不看整体结果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出现问题先分责任，补台动作慢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企业文化里的“团结”还没有完全落到行为上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3550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红太阳数控｜周例会材料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二、工期问题分析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核心不是忙，而是忙乱、忙偏、忙出返工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429000" cy="4480560"/>
          </a:xfrm>
          <a:prstGeom prst="roundRect">
            <a:avLst>
              <a:gd name="adj" fmla="val 1600"/>
            </a:avLst>
          </a:prstGeom>
          <a:solidFill>
            <a:srgbClr val="FBE4E2"/>
          </a:solidFill>
          <a:ln w="12700">
            <a:solidFill>
              <a:srgbClr val="C93C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1417320"/>
            <a:ext cx="3429000" cy="4480560"/>
          </a:xfrm>
          <a:prstGeom prst="roundRect">
            <a:avLst>
              <a:gd name="adj" fmla="val 1600"/>
            </a:avLst>
          </a:prstGeom>
          <a:solidFill>
            <a:srgbClr val="FDEEDB"/>
          </a:solidFill>
          <a:ln w="12700">
            <a:solidFill>
              <a:srgbClr val="D87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417320"/>
            <a:ext cx="3429000" cy="4480560"/>
          </a:xfrm>
          <a:prstGeom prst="roundRect">
            <a:avLst>
              <a:gd name="adj" fmla="val 1600"/>
            </a:avLst>
          </a:prstGeom>
          <a:solidFill>
            <a:srgbClr val="DCEAF7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3C37"/>
                </a:solidFill>
              </a:rPr>
              <a:t>现象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2057400"/>
            <a:ext cx="274320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订单、备货、外协任务同时堆积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代加工交付跟不上节奏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为抢时间接受不合格件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7A00"/>
                </a:solidFill>
              </a:rPr>
              <a:t>后果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057400"/>
            <a:ext cx="274320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返工增加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质检压力变大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交期被进一步拖延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客户感受变差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B88"/>
                </a:solidFill>
              </a:rPr>
              <a:t>根因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66760" y="2057400"/>
            <a:ext cx="274320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假期前任务前置预判不够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代加工产能预留不足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质量底线在赶工时被放松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缺少统一节奏和优先级管理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3550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红太阳数控｜周例会材料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三、工期问题改进动作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先稳质量，再稳节奏，再保交付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09728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8308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8562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动作1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1810512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假期前两周，提前做备货预警和外协产能锁定，不等任务堆到眼前再抢。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5877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动作2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542032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重点订单、急单、常规单分层排产，不能所有单子一个优先级。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3192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动作3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3273552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代加工来料不合格，一律卡在前道，不允许带病流入内部工序。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397764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0507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动作4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4005072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返工件、异常件单独建台账，日清日结，不能混进正常进度。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470916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78231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动作5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4736592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每天盯三件事：缺件、外协、返工，发现卡点当天处理。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红太阳数控｜周例会材料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四、团队凝聚力问题展开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文化不是墙上的字，要变成现场动作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657600" cy="4480560"/>
          </a:xfrm>
          <a:prstGeom prst="roundRect">
            <a:avLst>
              <a:gd name="adj" fmla="val 1500"/>
            </a:avLst>
          </a:prstGeom>
          <a:solidFill>
            <a:srgbClr val="DCEAF7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6280" y="1417320"/>
            <a:ext cx="3566160" cy="4480560"/>
          </a:xfrm>
          <a:prstGeom prst="roundRect">
            <a:avLst>
              <a:gd name="adj" fmla="val 1538"/>
            </a:avLst>
          </a:prstGeom>
          <a:solidFill>
            <a:srgbClr val="FDEEDB"/>
          </a:solidFill>
          <a:ln w="12700">
            <a:solidFill>
              <a:srgbClr val="D87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5320" y="1417320"/>
            <a:ext cx="3291840" cy="4480560"/>
          </a:xfrm>
          <a:prstGeom prst="roundRect">
            <a:avLst>
              <a:gd name="adj" fmla="val 1667"/>
            </a:avLst>
          </a:prstGeom>
          <a:solidFill>
            <a:srgbClr val="E4F3E8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B88"/>
                </a:solidFill>
              </a:rPr>
              <a:t>当前短板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292608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遇事先看自己，不先看整体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跨岗位补位不够主动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出现问题时容易有“这不是我的事”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7A00"/>
                </a:solidFill>
              </a:rPr>
              <a:t>文化要求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00600" y="2057400"/>
            <a:ext cx="23774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互帮互助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补台不拆台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共担赢未来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4964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7D4A"/>
                </a:solidFill>
              </a:rPr>
              <a:t>落地标准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49640" y="2057400"/>
            <a:ext cx="228600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看到问题先补位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发现风险先提醒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出结果时一起扛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不当旁观者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3550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红太阳数控｜周例会材料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五、团队凝聚力建设动作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把“团结”从口号变成机制和行为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0972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83080"/>
            <a:ext cx="384048" cy="384048"/>
          </a:xfrm>
          <a:prstGeom prst="ellipse">
            <a:avLst/>
          </a:prstGeom>
          <a:solidFill>
            <a:srgbClr val="D87A00"/>
          </a:solidFill>
          <a:ln w="12700">
            <a:solidFill>
              <a:srgbClr val="D87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856232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801368"/>
            <a:ext cx="9509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班组之间遇到赶工、缺人、卡点时，先补位，再讨论责任。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578608"/>
            <a:ext cx="384048" cy="384048"/>
          </a:xfrm>
          <a:prstGeom prst="ellipse">
            <a:avLst/>
          </a:prstGeom>
          <a:solidFill>
            <a:srgbClr val="D87A00"/>
          </a:solidFill>
          <a:ln w="12700">
            <a:solidFill>
              <a:srgbClr val="D87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651760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596896"/>
            <a:ext cx="9509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管理层在会议上多讲“怎么补台”，少讲“谁先撇清”。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374136"/>
            <a:ext cx="384048" cy="384048"/>
          </a:xfrm>
          <a:prstGeom prst="ellipse">
            <a:avLst/>
          </a:prstGeom>
          <a:solidFill>
            <a:srgbClr val="D87A00"/>
          </a:solidFill>
          <a:ln w="12700">
            <a:solidFill>
              <a:srgbClr val="D87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447288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392424"/>
            <a:ext cx="9509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对主动协同、主动补位、帮助同事解决问题的行为，公开表扬。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4169664"/>
            <a:ext cx="384048" cy="384048"/>
          </a:xfrm>
          <a:prstGeom prst="ellipse">
            <a:avLst/>
          </a:prstGeom>
          <a:solidFill>
            <a:srgbClr val="D87A00"/>
          </a:solidFill>
          <a:ln w="12700">
            <a:solidFill>
              <a:srgbClr val="D87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242816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187952"/>
            <a:ext cx="9509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对拆台、推责、看笑话式旁观，明确批评。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4965192"/>
            <a:ext cx="384048" cy="384048"/>
          </a:xfrm>
          <a:prstGeom prst="ellipse">
            <a:avLst/>
          </a:prstGeom>
          <a:solidFill>
            <a:srgbClr val="D87A00"/>
          </a:solidFill>
          <a:ln w="12700">
            <a:solidFill>
              <a:srgbClr val="D87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5038344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4983480"/>
            <a:ext cx="9509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让每个人知道：个人赢不算赢，团队赢才是真赢。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红太阳数控｜周例会材料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六、会议要求与本周落地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会后不是散会，是开干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41732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会议要求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429768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讲结果，不讲空话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讲问题，不绕责任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讲动作，不停留在态度表态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本周落地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2057400"/>
            <a:ext cx="438912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生产、采购、外协：梳理假期前订单优先级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质检：严控不合格件流入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各部门负责人：带头补位、带头协同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会后形成责任清单，逐项盯到人、盯到时间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5669280"/>
            <a:ext cx="5486400" cy="530352"/>
          </a:xfrm>
          <a:prstGeom prst="roundRect">
            <a:avLst>
              <a:gd name="adj" fmla="val 862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5824728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补台不拆台，共担赢未来。质量守住，工期才守得住。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3550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红太阳数控｜周例会材料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红太阳数控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周例会周报：工期与团队凝聚力</dc:title>
  <dc:subject>周例会周报</dc:subject>
  <dc:creator>OpenClaw</dc:creator>
  <cp:lastModifiedBy>OpenClaw</cp:lastModifiedBy>
  <cp:revision>1</cp:revision>
  <dcterms:created xsi:type="dcterms:W3CDTF">2026-04-21T15:06:14Z</dcterms:created>
  <dcterms:modified xsi:type="dcterms:W3CDTF">2026-04-21T15:06:14Z</dcterms:modified>
</cp:coreProperties>
</file>